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Fredoka" panose="020B0604020202020204" charset="0"/>
      <p:regular r:id="rId15"/>
    </p:embeddedFont>
    <p:embeddedFont>
      <p:font typeface="Open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456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82960"/>
            <a:ext cx="16230600" cy="2995365"/>
            <a:chOff x="0" y="0"/>
            <a:chExt cx="2202108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2108" cy="406400"/>
            </a:xfrm>
            <a:custGeom>
              <a:avLst/>
              <a:gdLst/>
              <a:ahLst/>
              <a:cxnLst/>
              <a:rect l="l" t="t" r="r" b="b"/>
              <a:pathLst>
                <a:path w="2202108" h="406400">
                  <a:moveTo>
                    <a:pt x="1998908" y="0"/>
                  </a:moveTo>
                  <a:cubicBezTo>
                    <a:pt x="2111132" y="0"/>
                    <a:pt x="2202108" y="90976"/>
                    <a:pt x="2202108" y="203200"/>
                  </a:cubicBezTo>
                  <a:cubicBezTo>
                    <a:pt x="2202108" y="315424"/>
                    <a:pt x="2111132" y="406400"/>
                    <a:pt x="199890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210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24544" y="-596825"/>
            <a:ext cx="3983376" cy="398337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1103" y="-205450"/>
            <a:ext cx="3013905" cy="301390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63377" y="4347952"/>
            <a:ext cx="14561245" cy="15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36"/>
              </a:lnSpc>
            </a:pPr>
            <a:r>
              <a:rPr lang="en-US" sz="13625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CODE CRAFTERS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2904197" y="-34342"/>
            <a:ext cx="12065613" cy="1105149"/>
            <a:chOff x="0" y="0"/>
            <a:chExt cx="4436926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36926" cy="406400"/>
            </a:xfrm>
            <a:custGeom>
              <a:avLst/>
              <a:gdLst/>
              <a:ahLst/>
              <a:cxnLst/>
              <a:rect l="l" t="t" r="r" b="b"/>
              <a:pathLst>
                <a:path w="4436926" h="406400">
                  <a:moveTo>
                    <a:pt x="4233726" y="0"/>
                  </a:moveTo>
                  <a:cubicBezTo>
                    <a:pt x="4345950" y="0"/>
                    <a:pt x="4436926" y="90976"/>
                    <a:pt x="4436926" y="203200"/>
                  </a:cubicBezTo>
                  <a:cubicBezTo>
                    <a:pt x="4436926" y="315424"/>
                    <a:pt x="4345950" y="406400"/>
                    <a:pt x="4233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43692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311718" y="6463348"/>
            <a:ext cx="3983376" cy="398337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826238" y="7050411"/>
            <a:ext cx="3013905" cy="30139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34400" y="9206163"/>
            <a:ext cx="11864697" cy="1105149"/>
            <a:chOff x="0" y="0"/>
            <a:chExt cx="4363042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63043" cy="406400"/>
            </a:xfrm>
            <a:custGeom>
              <a:avLst/>
              <a:gdLst/>
              <a:ahLst/>
              <a:cxnLst/>
              <a:rect l="l" t="t" r="r" b="b"/>
              <a:pathLst>
                <a:path w="4363043" h="406400">
                  <a:moveTo>
                    <a:pt x="4159843" y="0"/>
                  </a:moveTo>
                  <a:cubicBezTo>
                    <a:pt x="4272067" y="0"/>
                    <a:pt x="4363043" y="90976"/>
                    <a:pt x="4363043" y="203200"/>
                  </a:cubicBezTo>
                  <a:cubicBezTo>
                    <a:pt x="4363043" y="315424"/>
                    <a:pt x="4272067" y="406400"/>
                    <a:pt x="41598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3630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31299" y="595727"/>
            <a:ext cx="8541307" cy="1172863"/>
            <a:chOff x="0" y="0"/>
            <a:chExt cx="2202108" cy="302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2183" y="459138"/>
            <a:ext cx="2618902" cy="261890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69797" y="8846996"/>
            <a:ext cx="8871226" cy="1440004"/>
            <a:chOff x="0" y="0"/>
            <a:chExt cx="250365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16709" y="771409"/>
            <a:ext cx="4112054" cy="667481"/>
            <a:chOff x="0" y="0"/>
            <a:chExt cx="250365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26800" y="0"/>
            <a:ext cx="6808334" cy="1105149"/>
            <a:chOff x="0" y="0"/>
            <a:chExt cx="250365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22976" y="2045833"/>
            <a:ext cx="1918423" cy="191842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2422" y="3225077"/>
            <a:ext cx="1918423" cy="191842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950198" y="2054023"/>
            <a:ext cx="10387603" cy="720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4"/>
              </a:lnSpc>
            </a:pPr>
            <a:r>
              <a:rPr lang="en-US" sz="3676" u="sng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PRODUCT OWNER</a:t>
            </a: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: </a:t>
            </a:r>
          </a:p>
          <a:p>
            <a:pPr algn="ctr">
              <a:lnSpc>
                <a:spcPts val="5734"/>
              </a:lnSpc>
            </a:pP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SOFIA RAIA</a:t>
            </a:r>
          </a:p>
          <a:p>
            <a:pPr algn="ctr">
              <a:lnSpc>
                <a:spcPts val="5734"/>
              </a:lnSpc>
            </a:pPr>
            <a:endParaRPr lang="en-US" sz="3676" spc="73">
              <a:solidFill>
                <a:srgbClr val="40414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5734"/>
              </a:lnSpc>
            </a:pPr>
            <a:r>
              <a:rPr lang="en-US" sz="3676" u="sng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SCRUM MASTER</a:t>
            </a: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: </a:t>
            </a:r>
          </a:p>
          <a:p>
            <a:pPr algn="ctr">
              <a:lnSpc>
                <a:spcPts val="5734"/>
              </a:lnSpc>
            </a:pP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MARTINA MOLINA</a:t>
            </a:r>
          </a:p>
          <a:p>
            <a:pPr algn="ctr">
              <a:lnSpc>
                <a:spcPts val="5734"/>
              </a:lnSpc>
            </a:pPr>
            <a:endParaRPr lang="en-US" sz="3676" spc="73">
              <a:solidFill>
                <a:srgbClr val="40414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5734"/>
              </a:lnSpc>
            </a:pPr>
            <a:r>
              <a:rPr lang="en-US" sz="3676" u="sng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DEVELOPERS</a:t>
            </a: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: </a:t>
            </a:r>
          </a:p>
          <a:p>
            <a:pPr algn="ctr">
              <a:lnSpc>
                <a:spcPts val="5734"/>
              </a:lnSpc>
            </a:pP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      AILEN CARRETERO     </a:t>
            </a:r>
          </a:p>
          <a:p>
            <a:pPr algn="ctr">
              <a:lnSpc>
                <a:spcPts val="5734"/>
              </a:lnSpc>
            </a:pP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JUAN IGNACIO JUAREZ</a:t>
            </a:r>
          </a:p>
          <a:p>
            <a:pPr algn="ctr">
              <a:lnSpc>
                <a:spcPts val="5734"/>
              </a:lnSpc>
            </a:pPr>
            <a:r>
              <a:rPr lang="en-US" sz="3676" spc="73">
                <a:solidFill>
                  <a:srgbClr val="404140"/>
                </a:solidFill>
                <a:latin typeface="Fredoka"/>
                <a:ea typeface="Fredoka"/>
                <a:cs typeface="Fredoka"/>
                <a:sym typeface="Fredoka"/>
              </a:rPr>
              <a:t>MARIANO VIDELA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24768" y="492811"/>
            <a:ext cx="8866564" cy="137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INTEGRANTES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46749" y="1268927"/>
            <a:ext cx="7194499" cy="3190393"/>
            <a:chOff x="0" y="-146133"/>
            <a:chExt cx="1168467" cy="518156"/>
          </a:xfrm>
        </p:grpSpPr>
        <p:sp>
          <p:nvSpPr>
            <p:cNvPr id="6" name="Freeform 6"/>
            <p:cNvSpPr/>
            <p:nvPr/>
          </p:nvSpPr>
          <p:spPr>
            <a:xfrm>
              <a:off x="0" y="-30381"/>
              <a:ext cx="1168467" cy="337181"/>
            </a:xfrm>
            <a:custGeom>
              <a:avLst/>
              <a:gdLst/>
              <a:ahLst/>
              <a:cxnLst/>
              <a:rect l="l" t="t" r="r" b="b"/>
              <a:pathLst>
                <a:path w="1168467" h="337181">
                  <a:moveTo>
                    <a:pt x="965267" y="0"/>
                  </a:moveTo>
                  <a:cubicBezTo>
                    <a:pt x="1077491" y="0"/>
                    <a:pt x="1168467" y="75480"/>
                    <a:pt x="1168467" y="168590"/>
                  </a:cubicBezTo>
                  <a:cubicBezTo>
                    <a:pt x="1168467" y="261700"/>
                    <a:pt x="1077491" y="337181"/>
                    <a:pt x="965267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46133"/>
              <a:ext cx="1168467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18457" y="4469918"/>
            <a:ext cx="17851086" cy="3988892"/>
          </a:xfrm>
          <a:custGeom>
            <a:avLst/>
            <a:gdLst/>
            <a:ahLst/>
            <a:cxnLst/>
            <a:rect l="l" t="t" r="r" b="b"/>
            <a:pathLst>
              <a:path w="17851086" h="3988892">
                <a:moveTo>
                  <a:pt x="0" y="0"/>
                </a:moveTo>
                <a:lnTo>
                  <a:pt x="17851086" y="0"/>
                </a:lnTo>
                <a:lnTo>
                  <a:pt x="17851086" y="3988892"/>
                </a:lnTo>
                <a:lnTo>
                  <a:pt x="0" y="398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03" r="-3203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9" name="TextBox 9"/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07475" y="1241205"/>
            <a:ext cx="5073049" cy="3190393"/>
            <a:chOff x="0" y="-122464"/>
            <a:chExt cx="823920" cy="5181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3920" cy="337181"/>
            </a:xfrm>
            <a:custGeom>
              <a:avLst/>
              <a:gdLst/>
              <a:ahLst/>
              <a:cxnLst/>
              <a:rect l="l" t="t" r="r" b="b"/>
              <a:pathLst>
                <a:path w="823920" h="337181">
                  <a:moveTo>
                    <a:pt x="620720" y="0"/>
                  </a:moveTo>
                  <a:cubicBezTo>
                    <a:pt x="732944" y="0"/>
                    <a:pt x="823920" y="75480"/>
                    <a:pt x="823920" y="168590"/>
                  </a:cubicBezTo>
                  <a:cubicBezTo>
                    <a:pt x="823920" y="261700"/>
                    <a:pt x="732944" y="337181"/>
                    <a:pt x="620720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2464"/>
              <a:ext cx="823920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 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456451" y="5373230"/>
            <a:ext cx="9661642" cy="4065193"/>
          </a:xfrm>
          <a:custGeom>
            <a:avLst/>
            <a:gdLst/>
            <a:ahLst/>
            <a:cxnLst/>
            <a:rect l="l" t="t" r="r" b="b"/>
            <a:pathLst>
              <a:path w="9661642" h="4065193">
                <a:moveTo>
                  <a:pt x="0" y="0"/>
                </a:moveTo>
                <a:lnTo>
                  <a:pt x="9661641" y="0"/>
                </a:lnTo>
                <a:lnTo>
                  <a:pt x="9661641" y="4065193"/>
                </a:lnTo>
                <a:lnTo>
                  <a:pt x="0" y="4065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5465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9" name="Freeform 9"/>
          <p:cNvSpPr/>
          <p:nvPr/>
        </p:nvSpPr>
        <p:spPr>
          <a:xfrm>
            <a:off x="671442" y="4518247"/>
            <a:ext cx="17231660" cy="625253"/>
          </a:xfrm>
          <a:custGeom>
            <a:avLst/>
            <a:gdLst/>
            <a:ahLst/>
            <a:cxnLst/>
            <a:rect l="l" t="t" r="r" b="b"/>
            <a:pathLst>
              <a:path w="17231660" h="625253">
                <a:moveTo>
                  <a:pt x="0" y="0"/>
                </a:moveTo>
                <a:lnTo>
                  <a:pt x="17231659" y="0"/>
                </a:lnTo>
                <a:lnTo>
                  <a:pt x="17231659" y="625253"/>
                </a:lnTo>
                <a:lnTo>
                  <a:pt x="0" y="62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793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0" name="TextBox 10"/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16251" y="1243528"/>
            <a:ext cx="8655498" cy="3190393"/>
            <a:chOff x="0" y="-120771"/>
            <a:chExt cx="1405749" cy="5181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5749" cy="337181"/>
            </a:xfrm>
            <a:custGeom>
              <a:avLst/>
              <a:gdLst/>
              <a:ahLst/>
              <a:cxnLst/>
              <a:rect l="l" t="t" r="r" b="b"/>
              <a:pathLst>
                <a:path w="1405749" h="337181">
                  <a:moveTo>
                    <a:pt x="1202549" y="0"/>
                  </a:moveTo>
                  <a:cubicBezTo>
                    <a:pt x="1314773" y="0"/>
                    <a:pt x="1405749" y="75480"/>
                    <a:pt x="1405749" y="168590"/>
                  </a:cubicBezTo>
                  <a:cubicBezTo>
                    <a:pt x="1405749" y="261700"/>
                    <a:pt x="1314773" y="337181"/>
                    <a:pt x="1202549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0771"/>
              <a:ext cx="1405749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SUBTAREAS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48814" y="4748155"/>
            <a:ext cx="7534875" cy="4137919"/>
          </a:xfrm>
          <a:custGeom>
            <a:avLst/>
            <a:gdLst/>
            <a:ahLst/>
            <a:cxnLst/>
            <a:rect l="l" t="t" r="r" b="b"/>
            <a:pathLst>
              <a:path w="7534875" h="4137919">
                <a:moveTo>
                  <a:pt x="0" y="0"/>
                </a:moveTo>
                <a:lnTo>
                  <a:pt x="7534874" y="0"/>
                </a:lnTo>
                <a:lnTo>
                  <a:pt x="7534874" y="4137918"/>
                </a:lnTo>
                <a:lnTo>
                  <a:pt x="0" y="4137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07" b="-90782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9" name="Freeform 9"/>
          <p:cNvSpPr/>
          <p:nvPr/>
        </p:nvSpPr>
        <p:spPr>
          <a:xfrm>
            <a:off x="9144000" y="4854742"/>
            <a:ext cx="8105611" cy="4031331"/>
          </a:xfrm>
          <a:custGeom>
            <a:avLst/>
            <a:gdLst/>
            <a:ahLst/>
            <a:cxnLst/>
            <a:rect l="l" t="t" r="r" b="b"/>
            <a:pathLst>
              <a:path w="8105611" h="4031331">
                <a:moveTo>
                  <a:pt x="0" y="0"/>
                </a:moveTo>
                <a:lnTo>
                  <a:pt x="8105611" y="0"/>
                </a:lnTo>
                <a:lnTo>
                  <a:pt x="8105611" y="4031331"/>
                </a:lnTo>
                <a:lnTo>
                  <a:pt x="0" y="4031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223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0" name="TextBox 10"/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6302" y="0"/>
            <a:ext cx="4147666" cy="1543050"/>
            <a:chOff x="0" y="0"/>
            <a:chExt cx="109238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2389" cy="406400"/>
            </a:xfrm>
            <a:custGeom>
              <a:avLst/>
              <a:gdLst/>
              <a:ahLst/>
              <a:cxnLst/>
              <a:rect l="l" t="t" r="r" b="b"/>
              <a:pathLst>
                <a:path w="1092389" h="406400">
                  <a:moveTo>
                    <a:pt x="889189" y="0"/>
                  </a:moveTo>
                  <a:cubicBezTo>
                    <a:pt x="1001414" y="0"/>
                    <a:pt x="1092389" y="90976"/>
                    <a:pt x="1092389" y="203200"/>
                  </a:cubicBezTo>
                  <a:cubicBezTo>
                    <a:pt x="1092389" y="315424"/>
                    <a:pt x="1001414" y="406400"/>
                    <a:pt x="889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23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718060" y="1209310"/>
            <a:ext cx="4112054" cy="667481"/>
            <a:chOff x="0" y="0"/>
            <a:chExt cx="250365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921613" y="-514599"/>
            <a:ext cx="7794074" cy="1105149"/>
            <a:chOff x="0" y="0"/>
            <a:chExt cx="2866139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6139" cy="406400"/>
            </a:xfrm>
            <a:custGeom>
              <a:avLst/>
              <a:gdLst/>
              <a:ahLst/>
              <a:cxnLst/>
              <a:rect l="l" t="t" r="r" b="b"/>
              <a:pathLst>
                <a:path w="2866139" h="406400">
                  <a:moveTo>
                    <a:pt x="2662939" y="0"/>
                  </a:moveTo>
                  <a:cubicBezTo>
                    <a:pt x="2775164" y="0"/>
                    <a:pt x="2866139" y="90976"/>
                    <a:pt x="2866139" y="203200"/>
                  </a:cubicBezTo>
                  <a:cubicBezTo>
                    <a:pt x="2866139" y="315424"/>
                    <a:pt x="2775164" y="406400"/>
                    <a:pt x="26629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6613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72319" y="8743950"/>
            <a:ext cx="3780351" cy="1543050"/>
            <a:chOff x="0" y="0"/>
            <a:chExt cx="995648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5648" cy="406400"/>
            </a:xfrm>
            <a:custGeom>
              <a:avLst/>
              <a:gdLst/>
              <a:ahLst/>
              <a:cxnLst/>
              <a:rect l="l" t="t" r="r" b="b"/>
              <a:pathLst>
                <a:path w="995648" h="406400">
                  <a:moveTo>
                    <a:pt x="792448" y="0"/>
                  </a:moveTo>
                  <a:cubicBezTo>
                    <a:pt x="904672" y="0"/>
                    <a:pt x="995648" y="90976"/>
                    <a:pt x="995648" y="203200"/>
                  </a:cubicBezTo>
                  <a:cubicBezTo>
                    <a:pt x="995648" y="315424"/>
                    <a:pt x="904672" y="406400"/>
                    <a:pt x="79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9564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96643" y="8292062"/>
            <a:ext cx="4112054" cy="667481"/>
            <a:chOff x="0" y="0"/>
            <a:chExt cx="250365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6000" y="9696325"/>
            <a:ext cx="7292697" cy="1105149"/>
            <a:chOff x="0" y="0"/>
            <a:chExt cx="2681766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81767" cy="406400"/>
            </a:xfrm>
            <a:custGeom>
              <a:avLst/>
              <a:gdLst/>
              <a:ahLst/>
              <a:cxnLst/>
              <a:rect l="l" t="t" r="r" b="b"/>
              <a:pathLst>
                <a:path w="2681767" h="406400">
                  <a:moveTo>
                    <a:pt x="2478567" y="0"/>
                  </a:moveTo>
                  <a:cubicBezTo>
                    <a:pt x="2590791" y="0"/>
                    <a:pt x="2681767" y="90976"/>
                    <a:pt x="2681767" y="203200"/>
                  </a:cubicBezTo>
                  <a:cubicBezTo>
                    <a:pt x="2681767" y="315424"/>
                    <a:pt x="2590791" y="406400"/>
                    <a:pt x="24785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68176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53462" y="403275"/>
            <a:ext cx="5084263" cy="1806698"/>
            <a:chOff x="0" y="0"/>
            <a:chExt cx="797916" cy="2835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7916" cy="283540"/>
            </a:xfrm>
            <a:custGeom>
              <a:avLst/>
              <a:gdLst/>
              <a:ahLst/>
              <a:cxnLst/>
              <a:rect l="l" t="t" r="r" b="b"/>
              <a:pathLst>
                <a:path w="797916" h="283540">
                  <a:moveTo>
                    <a:pt x="594716" y="0"/>
                  </a:moveTo>
                  <a:cubicBezTo>
                    <a:pt x="706940" y="0"/>
                    <a:pt x="797916" y="63473"/>
                    <a:pt x="797916" y="141770"/>
                  </a:cubicBezTo>
                  <a:cubicBezTo>
                    <a:pt x="797916" y="220068"/>
                    <a:pt x="706940" y="283540"/>
                    <a:pt x="594716" y="283540"/>
                  </a:cubicBezTo>
                  <a:lnTo>
                    <a:pt x="203200" y="283540"/>
                  </a:lnTo>
                  <a:cubicBezTo>
                    <a:pt x="90976" y="283540"/>
                    <a:pt x="0" y="220068"/>
                    <a:pt x="0" y="141770"/>
                  </a:cubicBezTo>
                  <a:cubicBezTo>
                    <a:pt x="0" y="6347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97916" cy="321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BPMN</a:t>
            </a:r>
          </a:p>
        </p:txBody>
      </p:sp>
      <p:sp>
        <p:nvSpPr>
          <p:cNvPr id="24" name="Freeform 24"/>
          <p:cNvSpPr/>
          <p:nvPr/>
        </p:nvSpPr>
        <p:spPr>
          <a:xfrm>
            <a:off x="4151753" y="2397204"/>
            <a:ext cx="10605838" cy="7450601"/>
          </a:xfrm>
          <a:custGeom>
            <a:avLst/>
            <a:gdLst/>
            <a:ahLst/>
            <a:cxnLst/>
            <a:rect l="l" t="t" r="r" b="b"/>
            <a:pathLst>
              <a:path w="10605838" h="7450601">
                <a:moveTo>
                  <a:pt x="0" y="0"/>
                </a:moveTo>
                <a:lnTo>
                  <a:pt x="10605837" y="0"/>
                </a:lnTo>
                <a:lnTo>
                  <a:pt x="10605837" y="7450600"/>
                </a:lnTo>
                <a:lnTo>
                  <a:pt x="0" y="7450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6302" y="0"/>
            <a:ext cx="4147666" cy="1543050"/>
            <a:chOff x="0" y="0"/>
            <a:chExt cx="109238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2389" cy="406400"/>
            </a:xfrm>
            <a:custGeom>
              <a:avLst/>
              <a:gdLst/>
              <a:ahLst/>
              <a:cxnLst/>
              <a:rect l="l" t="t" r="r" b="b"/>
              <a:pathLst>
                <a:path w="1092389" h="406400">
                  <a:moveTo>
                    <a:pt x="889189" y="0"/>
                  </a:moveTo>
                  <a:cubicBezTo>
                    <a:pt x="1001414" y="0"/>
                    <a:pt x="1092389" y="90976"/>
                    <a:pt x="1092389" y="203200"/>
                  </a:cubicBezTo>
                  <a:cubicBezTo>
                    <a:pt x="1092389" y="315424"/>
                    <a:pt x="1001414" y="406400"/>
                    <a:pt x="889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23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718060" y="1209310"/>
            <a:ext cx="4112054" cy="667481"/>
            <a:chOff x="0" y="0"/>
            <a:chExt cx="250365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921613" y="-514599"/>
            <a:ext cx="7794074" cy="1105149"/>
            <a:chOff x="0" y="0"/>
            <a:chExt cx="2866139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6139" cy="406400"/>
            </a:xfrm>
            <a:custGeom>
              <a:avLst/>
              <a:gdLst/>
              <a:ahLst/>
              <a:cxnLst/>
              <a:rect l="l" t="t" r="r" b="b"/>
              <a:pathLst>
                <a:path w="2866139" h="406400">
                  <a:moveTo>
                    <a:pt x="2662939" y="0"/>
                  </a:moveTo>
                  <a:cubicBezTo>
                    <a:pt x="2775164" y="0"/>
                    <a:pt x="2866139" y="90976"/>
                    <a:pt x="2866139" y="203200"/>
                  </a:cubicBezTo>
                  <a:cubicBezTo>
                    <a:pt x="2866139" y="315424"/>
                    <a:pt x="2775164" y="406400"/>
                    <a:pt x="26629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6613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72319" y="8743950"/>
            <a:ext cx="3780351" cy="1543050"/>
            <a:chOff x="0" y="0"/>
            <a:chExt cx="995648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5648" cy="406400"/>
            </a:xfrm>
            <a:custGeom>
              <a:avLst/>
              <a:gdLst/>
              <a:ahLst/>
              <a:cxnLst/>
              <a:rect l="l" t="t" r="r" b="b"/>
              <a:pathLst>
                <a:path w="995648" h="406400">
                  <a:moveTo>
                    <a:pt x="792448" y="0"/>
                  </a:moveTo>
                  <a:cubicBezTo>
                    <a:pt x="904672" y="0"/>
                    <a:pt x="995648" y="90976"/>
                    <a:pt x="995648" y="203200"/>
                  </a:cubicBezTo>
                  <a:cubicBezTo>
                    <a:pt x="995648" y="315424"/>
                    <a:pt x="904672" y="406400"/>
                    <a:pt x="79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9564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96643" y="8292062"/>
            <a:ext cx="4112054" cy="667481"/>
            <a:chOff x="0" y="0"/>
            <a:chExt cx="250365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6000" y="9696325"/>
            <a:ext cx="7292697" cy="1105149"/>
            <a:chOff x="0" y="0"/>
            <a:chExt cx="2681766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81767" cy="406400"/>
            </a:xfrm>
            <a:custGeom>
              <a:avLst/>
              <a:gdLst/>
              <a:ahLst/>
              <a:cxnLst/>
              <a:rect l="l" t="t" r="r" b="b"/>
              <a:pathLst>
                <a:path w="2681767" h="406400">
                  <a:moveTo>
                    <a:pt x="2478567" y="0"/>
                  </a:moveTo>
                  <a:cubicBezTo>
                    <a:pt x="2590791" y="0"/>
                    <a:pt x="2681767" y="90976"/>
                    <a:pt x="2681767" y="203200"/>
                  </a:cubicBezTo>
                  <a:cubicBezTo>
                    <a:pt x="2681767" y="315424"/>
                    <a:pt x="2590791" y="406400"/>
                    <a:pt x="24785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68176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53462" y="403275"/>
            <a:ext cx="5084263" cy="1806698"/>
            <a:chOff x="0" y="0"/>
            <a:chExt cx="797916" cy="2835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7916" cy="283540"/>
            </a:xfrm>
            <a:custGeom>
              <a:avLst/>
              <a:gdLst/>
              <a:ahLst/>
              <a:cxnLst/>
              <a:rect l="l" t="t" r="r" b="b"/>
              <a:pathLst>
                <a:path w="797916" h="283540">
                  <a:moveTo>
                    <a:pt x="594716" y="0"/>
                  </a:moveTo>
                  <a:cubicBezTo>
                    <a:pt x="706940" y="0"/>
                    <a:pt x="797916" y="63473"/>
                    <a:pt x="797916" y="141770"/>
                  </a:cubicBezTo>
                  <a:cubicBezTo>
                    <a:pt x="797916" y="220068"/>
                    <a:pt x="706940" y="283540"/>
                    <a:pt x="594716" y="283540"/>
                  </a:cubicBezTo>
                  <a:lnTo>
                    <a:pt x="203200" y="283540"/>
                  </a:lnTo>
                  <a:cubicBezTo>
                    <a:pt x="90976" y="283540"/>
                    <a:pt x="0" y="220068"/>
                    <a:pt x="0" y="141770"/>
                  </a:cubicBezTo>
                  <a:cubicBezTo>
                    <a:pt x="0" y="6347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97916" cy="321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BPMN</a:t>
            </a:r>
          </a:p>
        </p:txBody>
      </p:sp>
      <p:sp>
        <p:nvSpPr>
          <p:cNvPr id="24" name="Freeform 24"/>
          <p:cNvSpPr/>
          <p:nvPr/>
        </p:nvSpPr>
        <p:spPr>
          <a:xfrm>
            <a:off x="583674" y="2897703"/>
            <a:ext cx="17120651" cy="5500009"/>
          </a:xfrm>
          <a:custGeom>
            <a:avLst/>
            <a:gdLst/>
            <a:ahLst/>
            <a:cxnLst/>
            <a:rect l="l" t="t" r="r" b="b"/>
            <a:pathLst>
              <a:path w="17120651" h="5500009">
                <a:moveTo>
                  <a:pt x="0" y="0"/>
                </a:moveTo>
                <a:lnTo>
                  <a:pt x="17120652" y="0"/>
                </a:lnTo>
                <a:lnTo>
                  <a:pt x="17120652" y="5500009"/>
                </a:lnTo>
                <a:lnTo>
                  <a:pt x="0" y="5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CCA8-4DDE-2375-4997-0F36D520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9B75E7-4FA4-7670-ACDC-E8418CBB899B}"/>
              </a:ext>
            </a:extLst>
          </p:cNvPr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DFD366-1B42-E3C0-4344-83CD821A029B}"/>
                </a:ext>
              </a:extLst>
            </p:cNvPr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16D4D49-604B-5284-6385-528974B20F82}"/>
                </a:ext>
              </a:extLst>
            </p:cNvPr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B828165-B18C-FDD0-6305-740E01FDB156}"/>
              </a:ext>
            </a:extLst>
          </p:cNvPr>
          <p:cNvGrpSpPr/>
          <p:nvPr/>
        </p:nvGrpSpPr>
        <p:grpSpPr>
          <a:xfrm>
            <a:off x="5546749" y="1268927"/>
            <a:ext cx="7194499" cy="3190393"/>
            <a:chOff x="0" y="-146133"/>
            <a:chExt cx="1168467" cy="5181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ABF139-2EBA-E010-7117-48DF7E41FAE7}"/>
                </a:ext>
              </a:extLst>
            </p:cNvPr>
            <p:cNvSpPr/>
            <p:nvPr/>
          </p:nvSpPr>
          <p:spPr>
            <a:xfrm>
              <a:off x="0" y="-30381"/>
              <a:ext cx="1168467" cy="337181"/>
            </a:xfrm>
            <a:custGeom>
              <a:avLst/>
              <a:gdLst/>
              <a:ahLst/>
              <a:cxnLst/>
              <a:rect l="l" t="t" r="r" b="b"/>
              <a:pathLst>
                <a:path w="1168467" h="337181">
                  <a:moveTo>
                    <a:pt x="965267" y="0"/>
                  </a:moveTo>
                  <a:cubicBezTo>
                    <a:pt x="1077491" y="0"/>
                    <a:pt x="1168467" y="75480"/>
                    <a:pt x="1168467" y="168590"/>
                  </a:cubicBezTo>
                  <a:cubicBezTo>
                    <a:pt x="1168467" y="261700"/>
                    <a:pt x="1077491" y="337181"/>
                    <a:pt x="965267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5416BBF-3432-D568-1B28-95500F6773AD}"/>
                </a:ext>
              </a:extLst>
            </p:cNvPr>
            <p:cNvSpPr txBox="1"/>
            <p:nvPr/>
          </p:nvSpPr>
          <p:spPr>
            <a:xfrm>
              <a:off x="0" y="-146133"/>
              <a:ext cx="1168467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3</a:t>
              </a: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94F0424-8335-5777-AFFC-141FE39639CD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2936478-AC57-8B57-FA8D-80CF16806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0" r="3024"/>
          <a:stretch/>
        </p:blipFill>
        <p:spPr>
          <a:xfrm>
            <a:off x="228600" y="4324271"/>
            <a:ext cx="17830800" cy="40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3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5E0F-ABF7-F50E-62E6-62E45D92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FC1095-DDCF-9403-BA26-E7D794F66127}"/>
              </a:ext>
            </a:extLst>
          </p:cNvPr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07BBC8-DB37-282D-2118-55B629DD3869}"/>
                </a:ext>
              </a:extLst>
            </p:cNvPr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1B4BFFA-3411-A097-0DA7-2FCC3513889D}"/>
                </a:ext>
              </a:extLst>
            </p:cNvPr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EE55D5A-DE31-92A6-1158-61F68317742D}"/>
              </a:ext>
            </a:extLst>
          </p:cNvPr>
          <p:cNvGrpSpPr/>
          <p:nvPr/>
        </p:nvGrpSpPr>
        <p:grpSpPr>
          <a:xfrm>
            <a:off x="6607475" y="1241205"/>
            <a:ext cx="5073049" cy="3190393"/>
            <a:chOff x="0" y="-122464"/>
            <a:chExt cx="823920" cy="5181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A25EB5F-B01F-9526-10D8-13C6C213DD6F}"/>
                </a:ext>
              </a:extLst>
            </p:cNvPr>
            <p:cNvSpPr/>
            <p:nvPr/>
          </p:nvSpPr>
          <p:spPr>
            <a:xfrm>
              <a:off x="0" y="0"/>
              <a:ext cx="823920" cy="337181"/>
            </a:xfrm>
            <a:custGeom>
              <a:avLst/>
              <a:gdLst/>
              <a:ahLst/>
              <a:cxnLst/>
              <a:rect l="l" t="t" r="r" b="b"/>
              <a:pathLst>
                <a:path w="823920" h="337181">
                  <a:moveTo>
                    <a:pt x="620720" y="0"/>
                  </a:moveTo>
                  <a:cubicBezTo>
                    <a:pt x="732944" y="0"/>
                    <a:pt x="823920" y="75480"/>
                    <a:pt x="823920" y="168590"/>
                  </a:cubicBezTo>
                  <a:cubicBezTo>
                    <a:pt x="823920" y="261700"/>
                    <a:pt x="732944" y="337181"/>
                    <a:pt x="620720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055C230-96F4-F338-BB2B-A41E67169413}"/>
                </a:ext>
              </a:extLst>
            </p:cNvPr>
            <p:cNvSpPr txBox="1"/>
            <p:nvPr/>
          </p:nvSpPr>
          <p:spPr>
            <a:xfrm>
              <a:off x="0" y="-122464"/>
              <a:ext cx="823920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 4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3A96C17-D920-85CF-865C-AABA24CFC347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359EEC6-535B-8080-3663-D4D5CBAB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456998"/>
            <a:ext cx="16160844" cy="76051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7C2AC99-6089-3415-354D-8E18425F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5377456"/>
            <a:ext cx="11776461" cy="44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31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F37A-D2F4-1F25-4BCC-E40D017A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E473BF-B68E-E772-23AA-389B956EF619}"/>
              </a:ext>
            </a:extLst>
          </p:cNvPr>
          <p:cNvGrpSpPr/>
          <p:nvPr/>
        </p:nvGrpSpPr>
        <p:grpSpPr>
          <a:xfrm>
            <a:off x="2364575" y="455295"/>
            <a:ext cx="13558849" cy="1861854"/>
            <a:chOff x="0" y="0"/>
            <a:chExt cx="2202108" cy="3023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7537BC-1921-339F-8E6D-7BBF8C44040A}"/>
                </a:ext>
              </a:extLst>
            </p:cNvPr>
            <p:cNvSpPr/>
            <p:nvPr/>
          </p:nvSpPr>
          <p:spPr>
            <a:xfrm>
              <a:off x="0" y="0"/>
              <a:ext cx="2202108" cy="302386"/>
            </a:xfrm>
            <a:custGeom>
              <a:avLst/>
              <a:gdLst/>
              <a:ahLst/>
              <a:cxnLst/>
              <a:rect l="l" t="t" r="r" b="b"/>
              <a:pathLst>
                <a:path w="2202108" h="302386">
                  <a:moveTo>
                    <a:pt x="1998908" y="0"/>
                  </a:moveTo>
                  <a:cubicBezTo>
                    <a:pt x="2111132" y="0"/>
                    <a:pt x="2202108" y="67691"/>
                    <a:pt x="2202108" y="151193"/>
                  </a:cubicBezTo>
                  <a:cubicBezTo>
                    <a:pt x="2202108" y="234694"/>
                    <a:pt x="2111132" y="302386"/>
                    <a:pt x="1998908" y="302386"/>
                  </a:cubicBezTo>
                  <a:lnTo>
                    <a:pt x="203200" y="302386"/>
                  </a:lnTo>
                  <a:cubicBezTo>
                    <a:pt x="90976" y="302386"/>
                    <a:pt x="0" y="234694"/>
                    <a:pt x="0" y="151193"/>
                  </a:cubicBezTo>
                  <a:cubicBezTo>
                    <a:pt x="0" y="67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3045A4-659F-4C95-BB60-57304C64E0CA}"/>
                </a:ext>
              </a:extLst>
            </p:cNvPr>
            <p:cNvSpPr txBox="1"/>
            <p:nvPr/>
          </p:nvSpPr>
          <p:spPr>
            <a:xfrm>
              <a:off x="0" y="-38100"/>
              <a:ext cx="2202108" cy="340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4C70465-B541-96D7-3C00-BF5618D12C37}"/>
              </a:ext>
            </a:extLst>
          </p:cNvPr>
          <p:cNvGrpSpPr/>
          <p:nvPr/>
        </p:nvGrpSpPr>
        <p:grpSpPr>
          <a:xfrm>
            <a:off x="4816251" y="1243528"/>
            <a:ext cx="8655498" cy="3190393"/>
            <a:chOff x="0" y="-120771"/>
            <a:chExt cx="1405749" cy="5181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A2A3488-780F-FBF9-AFF0-60F962E3A503}"/>
                </a:ext>
              </a:extLst>
            </p:cNvPr>
            <p:cNvSpPr/>
            <p:nvPr/>
          </p:nvSpPr>
          <p:spPr>
            <a:xfrm>
              <a:off x="0" y="0"/>
              <a:ext cx="1405749" cy="337181"/>
            </a:xfrm>
            <a:custGeom>
              <a:avLst/>
              <a:gdLst/>
              <a:ahLst/>
              <a:cxnLst/>
              <a:rect l="l" t="t" r="r" b="b"/>
              <a:pathLst>
                <a:path w="1405749" h="337181">
                  <a:moveTo>
                    <a:pt x="1202549" y="0"/>
                  </a:moveTo>
                  <a:cubicBezTo>
                    <a:pt x="1314773" y="0"/>
                    <a:pt x="1405749" y="75480"/>
                    <a:pt x="1405749" y="168590"/>
                  </a:cubicBezTo>
                  <a:cubicBezTo>
                    <a:pt x="1405749" y="261700"/>
                    <a:pt x="1314773" y="337181"/>
                    <a:pt x="1202549" y="337181"/>
                  </a:cubicBezTo>
                  <a:lnTo>
                    <a:pt x="203200" y="337181"/>
                  </a:lnTo>
                  <a:cubicBezTo>
                    <a:pt x="90976" y="337181"/>
                    <a:pt x="0" y="261700"/>
                    <a:pt x="0" y="168590"/>
                  </a:cubicBezTo>
                  <a:cubicBezTo>
                    <a:pt x="0" y="7548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0A3473B-B019-0654-0E9C-A5CBF0BCD12A}"/>
                </a:ext>
              </a:extLst>
            </p:cNvPr>
            <p:cNvSpPr txBox="1"/>
            <p:nvPr/>
          </p:nvSpPr>
          <p:spPr>
            <a:xfrm>
              <a:off x="0" y="-120771"/>
              <a:ext cx="1405749" cy="5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439"/>
                </a:lnSpc>
                <a:spcBef>
                  <a:spcPct val="0"/>
                </a:spcBef>
              </a:pPr>
              <a:r>
                <a:rPr lang="en-US" sz="96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SUBTAREAS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A79A732-0216-DEB8-E899-07E53C7EB148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TABLERO DE JIRA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E2E089C-25A0-6ACC-FAB1-61C91362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092"/>
          <a:stretch/>
        </p:blipFill>
        <p:spPr>
          <a:xfrm>
            <a:off x="609600" y="4819545"/>
            <a:ext cx="7897888" cy="4191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00BAC95-C3D4-47F8-A30E-268A45D2E6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98"/>
          <a:stretch/>
        </p:blipFill>
        <p:spPr>
          <a:xfrm>
            <a:off x="9296400" y="4819545"/>
            <a:ext cx="8126572" cy="400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1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2DDB-BB65-6260-859B-289DAB92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97F480-163E-8DBF-9EF3-9E7A74ABF72B}"/>
              </a:ext>
            </a:extLst>
          </p:cNvPr>
          <p:cNvGrpSpPr/>
          <p:nvPr/>
        </p:nvGrpSpPr>
        <p:grpSpPr>
          <a:xfrm>
            <a:off x="-866302" y="0"/>
            <a:ext cx="4147666" cy="1543050"/>
            <a:chOff x="0" y="0"/>
            <a:chExt cx="1092389" cy="40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CF4766-370E-D50B-E11F-0FC61BF8876A}"/>
                </a:ext>
              </a:extLst>
            </p:cNvPr>
            <p:cNvSpPr/>
            <p:nvPr/>
          </p:nvSpPr>
          <p:spPr>
            <a:xfrm>
              <a:off x="0" y="0"/>
              <a:ext cx="1092389" cy="406400"/>
            </a:xfrm>
            <a:custGeom>
              <a:avLst/>
              <a:gdLst/>
              <a:ahLst/>
              <a:cxnLst/>
              <a:rect l="l" t="t" r="r" b="b"/>
              <a:pathLst>
                <a:path w="1092389" h="406400">
                  <a:moveTo>
                    <a:pt x="889189" y="0"/>
                  </a:moveTo>
                  <a:cubicBezTo>
                    <a:pt x="1001414" y="0"/>
                    <a:pt x="1092389" y="90976"/>
                    <a:pt x="1092389" y="203200"/>
                  </a:cubicBezTo>
                  <a:cubicBezTo>
                    <a:pt x="1092389" y="315424"/>
                    <a:pt x="1001414" y="406400"/>
                    <a:pt x="889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309CAC-3078-7F51-8D6E-828DCB76C747}"/>
                </a:ext>
              </a:extLst>
            </p:cNvPr>
            <p:cNvSpPr txBox="1"/>
            <p:nvPr/>
          </p:nvSpPr>
          <p:spPr>
            <a:xfrm>
              <a:off x="0" y="-38100"/>
              <a:ext cx="10923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C4A53A3-187A-496D-E9A3-EA817C078079}"/>
              </a:ext>
            </a:extLst>
          </p:cNvPr>
          <p:cNvGrpSpPr/>
          <p:nvPr/>
        </p:nvGrpSpPr>
        <p:grpSpPr>
          <a:xfrm>
            <a:off x="-2718060" y="1209310"/>
            <a:ext cx="4112054" cy="667481"/>
            <a:chOff x="0" y="0"/>
            <a:chExt cx="2503650" cy="406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DEDFCC-41B7-4BB5-C2FF-B9FF02EABD2F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7B0B54-3B8E-50CC-B3DD-E87F6568E3C6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373291F-B6F3-B77D-B7B7-246FC4A9FCF4}"/>
              </a:ext>
            </a:extLst>
          </p:cNvPr>
          <p:cNvGrpSpPr/>
          <p:nvPr/>
        </p:nvGrpSpPr>
        <p:grpSpPr>
          <a:xfrm>
            <a:off x="-2921613" y="-514599"/>
            <a:ext cx="7794074" cy="1105149"/>
            <a:chOff x="0" y="0"/>
            <a:chExt cx="2866139" cy="40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1D51876-C6C7-A9D2-A4CF-786ED94FB9AC}"/>
                </a:ext>
              </a:extLst>
            </p:cNvPr>
            <p:cNvSpPr/>
            <p:nvPr/>
          </p:nvSpPr>
          <p:spPr>
            <a:xfrm>
              <a:off x="0" y="0"/>
              <a:ext cx="2866139" cy="406400"/>
            </a:xfrm>
            <a:custGeom>
              <a:avLst/>
              <a:gdLst/>
              <a:ahLst/>
              <a:cxnLst/>
              <a:rect l="l" t="t" r="r" b="b"/>
              <a:pathLst>
                <a:path w="2866139" h="406400">
                  <a:moveTo>
                    <a:pt x="2662939" y="0"/>
                  </a:moveTo>
                  <a:cubicBezTo>
                    <a:pt x="2775164" y="0"/>
                    <a:pt x="2866139" y="90976"/>
                    <a:pt x="2866139" y="203200"/>
                  </a:cubicBezTo>
                  <a:cubicBezTo>
                    <a:pt x="2866139" y="315424"/>
                    <a:pt x="2775164" y="406400"/>
                    <a:pt x="26629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54085F7-0D89-97BC-0AAB-7D93C1341C65}"/>
                </a:ext>
              </a:extLst>
            </p:cNvPr>
            <p:cNvSpPr txBox="1"/>
            <p:nvPr/>
          </p:nvSpPr>
          <p:spPr>
            <a:xfrm>
              <a:off x="0" y="-38100"/>
              <a:ext cx="286613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3996DC9-819E-16A8-5E4C-A90DDA9D8D14}"/>
              </a:ext>
            </a:extLst>
          </p:cNvPr>
          <p:cNvGrpSpPr/>
          <p:nvPr/>
        </p:nvGrpSpPr>
        <p:grpSpPr>
          <a:xfrm>
            <a:off x="15172319" y="8743950"/>
            <a:ext cx="3780351" cy="1543050"/>
            <a:chOff x="0" y="0"/>
            <a:chExt cx="995648" cy="4064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50290A-04C1-0E2D-87E3-761DA9D6C70C}"/>
                </a:ext>
              </a:extLst>
            </p:cNvPr>
            <p:cNvSpPr/>
            <p:nvPr/>
          </p:nvSpPr>
          <p:spPr>
            <a:xfrm>
              <a:off x="0" y="0"/>
              <a:ext cx="995648" cy="406400"/>
            </a:xfrm>
            <a:custGeom>
              <a:avLst/>
              <a:gdLst/>
              <a:ahLst/>
              <a:cxnLst/>
              <a:rect l="l" t="t" r="r" b="b"/>
              <a:pathLst>
                <a:path w="995648" h="406400">
                  <a:moveTo>
                    <a:pt x="792448" y="0"/>
                  </a:moveTo>
                  <a:cubicBezTo>
                    <a:pt x="904672" y="0"/>
                    <a:pt x="995648" y="90976"/>
                    <a:pt x="995648" y="203200"/>
                  </a:cubicBezTo>
                  <a:cubicBezTo>
                    <a:pt x="995648" y="315424"/>
                    <a:pt x="904672" y="406400"/>
                    <a:pt x="79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91AC673-4047-46AD-8B3F-87AD4255790F}"/>
                </a:ext>
              </a:extLst>
            </p:cNvPr>
            <p:cNvSpPr txBox="1"/>
            <p:nvPr/>
          </p:nvSpPr>
          <p:spPr>
            <a:xfrm>
              <a:off x="0" y="-38100"/>
              <a:ext cx="99564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E65F619-729C-216C-0722-CE5D5B8A03F8}"/>
              </a:ext>
            </a:extLst>
          </p:cNvPr>
          <p:cNvGrpSpPr/>
          <p:nvPr/>
        </p:nvGrpSpPr>
        <p:grpSpPr>
          <a:xfrm>
            <a:off x="16896643" y="8292062"/>
            <a:ext cx="4112054" cy="667481"/>
            <a:chOff x="0" y="0"/>
            <a:chExt cx="2503650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8432CDC-7BCC-FA78-C8EE-4AA866004C7E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AE93332-159E-3495-9188-780CCC7F3276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D24B6F8-5571-18EF-1191-48CA4393332C}"/>
              </a:ext>
            </a:extLst>
          </p:cNvPr>
          <p:cNvGrpSpPr/>
          <p:nvPr/>
        </p:nvGrpSpPr>
        <p:grpSpPr>
          <a:xfrm>
            <a:off x="13716000" y="9696325"/>
            <a:ext cx="7292697" cy="1105149"/>
            <a:chOff x="0" y="0"/>
            <a:chExt cx="2681766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BB8A8E4-0526-38A8-9A47-3E16F068A2E2}"/>
                </a:ext>
              </a:extLst>
            </p:cNvPr>
            <p:cNvSpPr/>
            <p:nvPr/>
          </p:nvSpPr>
          <p:spPr>
            <a:xfrm>
              <a:off x="0" y="0"/>
              <a:ext cx="2681767" cy="406400"/>
            </a:xfrm>
            <a:custGeom>
              <a:avLst/>
              <a:gdLst/>
              <a:ahLst/>
              <a:cxnLst/>
              <a:rect l="l" t="t" r="r" b="b"/>
              <a:pathLst>
                <a:path w="2681767" h="406400">
                  <a:moveTo>
                    <a:pt x="2478567" y="0"/>
                  </a:moveTo>
                  <a:cubicBezTo>
                    <a:pt x="2590791" y="0"/>
                    <a:pt x="2681767" y="90976"/>
                    <a:pt x="2681767" y="203200"/>
                  </a:cubicBezTo>
                  <a:cubicBezTo>
                    <a:pt x="2681767" y="315424"/>
                    <a:pt x="2590791" y="406400"/>
                    <a:pt x="24785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5D913FA-3AEB-910F-0CC2-A2C2B541215A}"/>
                </a:ext>
              </a:extLst>
            </p:cNvPr>
            <p:cNvSpPr txBox="1"/>
            <p:nvPr/>
          </p:nvSpPr>
          <p:spPr>
            <a:xfrm>
              <a:off x="0" y="-38100"/>
              <a:ext cx="268176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7599FC8-D4C1-527A-D73A-DD5C2C57A0ED}"/>
              </a:ext>
            </a:extLst>
          </p:cNvPr>
          <p:cNvGrpSpPr/>
          <p:nvPr/>
        </p:nvGrpSpPr>
        <p:grpSpPr>
          <a:xfrm>
            <a:off x="6653462" y="403275"/>
            <a:ext cx="5084263" cy="1806698"/>
            <a:chOff x="0" y="0"/>
            <a:chExt cx="797916" cy="28354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DE2D825-410A-994A-CD05-3D4A7EFDC672}"/>
                </a:ext>
              </a:extLst>
            </p:cNvPr>
            <p:cNvSpPr/>
            <p:nvPr/>
          </p:nvSpPr>
          <p:spPr>
            <a:xfrm>
              <a:off x="0" y="0"/>
              <a:ext cx="797916" cy="283540"/>
            </a:xfrm>
            <a:custGeom>
              <a:avLst/>
              <a:gdLst/>
              <a:ahLst/>
              <a:cxnLst/>
              <a:rect l="l" t="t" r="r" b="b"/>
              <a:pathLst>
                <a:path w="797916" h="283540">
                  <a:moveTo>
                    <a:pt x="594716" y="0"/>
                  </a:moveTo>
                  <a:cubicBezTo>
                    <a:pt x="706940" y="0"/>
                    <a:pt x="797916" y="63473"/>
                    <a:pt x="797916" y="141770"/>
                  </a:cubicBezTo>
                  <a:cubicBezTo>
                    <a:pt x="797916" y="220068"/>
                    <a:pt x="706940" y="283540"/>
                    <a:pt x="594716" y="283540"/>
                  </a:cubicBezTo>
                  <a:lnTo>
                    <a:pt x="203200" y="283540"/>
                  </a:lnTo>
                  <a:cubicBezTo>
                    <a:pt x="90976" y="283540"/>
                    <a:pt x="0" y="220068"/>
                    <a:pt x="0" y="141770"/>
                  </a:cubicBezTo>
                  <a:cubicBezTo>
                    <a:pt x="0" y="6347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15D09E3F-EA0A-5FE3-CD70-5D00029BC42F}"/>
                </a:ext>
              </a:extLst>
            </p:cNvPr>
            <p:cNvSpPr txBox="1"/>
            <p:nvPr/>
          </p:nvSpPr>
          <p:spPr>
            <a:xfrm>
              <a:off x="0" y="-38100"/>
              <a:ext cx="797916" cy="321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6A7392C3-59F9-DA4A-A0D8-B0B7CC708466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BPMN</a:t>
            </a:r>
          </a:p>
        </p:txBody>
      </p:sp>
      <p:pic>
        <p:nvPicPr>
          <p:cNvPr id="25" name="Imagen 24" descr="Diagrama&#10;&#10;Descripción generada automáticamente">
            <a:extLst>
              <a:ext uri="{FF2B5EF4-FFF2-40B4-BE49-F238E27FC236}">
                <a16:creationId xmlns:a16="http://schemas.microsoft.com/office/drawing/2014/main" id="{20609C04-9A3A-EC28-D4D2-24223FDA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13" y="3138475"/>
            <a:ext cx="17507735" cy="42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0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516B-69A7-D8AA-0434-1E2AA594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971E46-3140-EFD8-220A-7FB29301FDB4}"/>
              </a:ext>
            </a:extLst>
          </p:cNvPr>
          <p:cNvGrpSpPr/>
          <p:nvPr/>
        </p:nvGrpSpPr>
        <p:grpSpPr>
          <a:xfrm>
            <a:off x="-866302" y="0"/>
            <a:ext cx="4147666" cy="1543050"/>
            <a:chOff x="0" y="0"/>
            <a:chExt cx="1092389" cy="40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C31C3D-0148-E290-5170-32CE53D0F3DB}"/>
                </a:ext>
              </a:extLst>
            </p:cNvPr>
            <p:cNvSpPr/>
            <p:nvPr/>
          </p:nvSpPr>
          <p:spPr>
            <a:xfrm>
              <a:off x="0" y="0"/>
              <a:ext cx="1092389" cy="406400"/>
            </a:xfrm>
            <a:custGeom>
              <a:avLst/>
              <a:gdLst/>
              <a:ahLst/>
              <a:cxnLst/>
              <a:rect l="l" t="t" r="r" b="b"/>
              <a:pathLst>
                <a:path w="1092389" h="406400">
                  <a:moveTo>
                    <a:pt x="889189" y="0"/>
                  </a:moveTo>
                  <a:cubicBezTo>
                    <a:pt x="1001414" y="0"/>
                    <a:pt x="1092389" y="90976"/>
                    <a:pt x="1092389" y="203200"/>
                  </a:cubicBezTo>
                  <a:cubicBezTo>
                    <a:pt x="1092389" y="315424"/>
                    <a:pt x="1001414" y="406400"/>
                    <a:pt x="889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AFEED2-B586-9ED8-3853-65DB4EB19F01}"/>
                </a:ext>
              </a:extLst>
            </p:cNvPr>
            <p:cNvSpPr txBox="1"/>
            <p:nvPr/>
          </p:nvSpPr>
          <p:spPr>
            <a:xfrm>
              <a:off x="0" y="-38100"/>
              <a:ext cx="10923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F70761E-2575-A5C2-26AA-DC1F0C9BFC78}"/>
              </a:ext>
            </a:extLst>
          </p:cNvPr>
          <p:cNvGrpSpPr/>
          <p:nvPr/>
        </p:nvGrpSpPr>
        <p:grpSpPr>
          <a:xfrm>
            <a:off x="-2718060" y="1209310"/>
            <a:ext cx="4112054" cy="667481"/>
            <a:chOff x="0" y="0"/>
            <a:chExt cx="2503650" cy="406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F55497B-A100-F1A0-286F-8AA71F8479CC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FE47F2F-CE4B-3E1D-7552-8C4C301A2E55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761A0A1-FDD0-1E97-6717-AA616A3CA662}"/>
              </a:ext>
            </a:extLst>
          </p:cNvPr>
          <p:cNvGrpSpPr/>
          <p:nvPr/>
        </p:nvGrpSpPr>
        <p:grpSpPr>
          <a:xfrm>
            <a:off x="-2921613" y="-514599"/>
            <a:ext cx="7794074" cy="1105149"/>
            <a:chOff x="0" y="0"/>
            <a:chExt cx="2866139" cy="40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E28ED26-2F40-6A50-86E3-EB29056DB25A}"/>
                </a:ext>
              </a:extLst>
            </p:cNvPr>
            <p:cNvSpPr/>
            <p:nvPr/>
          </p:nvSpPr>
          <p:spPr>
            <a:xfrm>
              <a:off x="0" y="0"/>
              <a:ext cx="2866139" cy="406400"/>
            </a:xfrm>
            <a:custGeom>
              <a:avLst/>
              <a:gdLst/>
              <a:ahLst/>
              <a:cxnLst/>
              <a:rect l="l" t="t" r="r" b="b"/>
              <a:pathLst>
                <a:path w="2866139" h="406400">
                  <a:moveTo>
                    <a:pt x="2662939" y="0"/>
                  </a:moveTo>
                  <a:cubicBezTo>
                    <a:pt x="2775164" y="0"/>
                    <a:pt x="2866139" y="90976"/>
                    <a:pt x="2866139" y="203200"/>
                  </a:cubicBezTo>
                  <a:cubicBezTo>
                    <a:pt x="2866139" y="315424"/>
                    <a:pt x="2775164" y="406400"/>
                    <a:pt x="26629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9922D62-FCFA-E204-55AB-7A88E50DEB9E}"/>
                </a:ext>
              </a:extLst>
            </p:cNvPr>
            <p:cNvSpPr txBox="1"/>
            <p:nvPr/>
          </p:nvSpPr>
          <p:spPr>
            <a:xfrm>
              <a:off x="0" y="-38100"/>
              <a:ext cx="286613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3B5C646-5A2D-363D-851B-4A864605A456}"/>
              </a:ext>
            </a:extLst>
          </p:cNvPr>
          <p:cNvGrpSpPr/>
          <p:nvPr/>
        </p:nvGrpSpPr>
        <p:grpSpPr>
          <a:xfrm>
            <a:off x="15172319" y="8743950"/>
            <a:ext cx="3780351" cy="1543050"/>
            <a:chOff x="0" y="0"/>
            <a:chExt cx="995648" cy="4064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F0983A6-2E5B-69AA-0801-07AD7246680C}"/>
                </a:ext>
              </a:extLst>
            </p:cNvPr>
            <p:cNvSpPr/>
            <p:nvPr/>
          </p:nvSpPr>
          <p:spPr>
            <a:xfrm>
              <a:off x="0" y="0"/>
              <a:ext cx="995648" cy="406400"/>
            </a:xfrm>
            <a:custGeom>
              <a:avLst/>
              <a:gdLst/>
              <a:ahLst/>
              <a:cxnLst/>
              <a:rect l="l" t="t" r="r" b="b"/>
              <a:pathLst>
                <a:path w="995648" h="406400">
                  <a:moveTo>
                    <a:pt x="792448" y="0"/>
                  </a:moveTo>
                  <a:cubicBezTo>
                    <a:pt x="904672" y="0"/>
                    <a:pt x="995648" y="90976"/>
                    <a:pt x="995648" y="203200"/>
                  </a:cubicBezTo>
                  <a:cubicBezTo>
                    <a:pt x="995648" y="315424"/>
                    <a:pt x="904672" y="406400"/>
                    <a:pt x="79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8563F82-D71A-6D5F-C1EF-746ECE82E353}"/>
                </a:ext>
              </a:extLst>
            </p:cNvPr>
            <p:cNvSpPr txBox="1"/>
            <p:nvPr/>
          </p:nvSpPr>
          <p:spPr>
            <a:xfrm>
              <a:off x="0" y="-38100"/>
              <a:ext cx="99564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1A7156C-9365-6E25-6E9E-1A092D322406}"/>
              </a:ext>
            </a:extLst>
          </p:cNvPr>
          <p:cNvGrpSpPr/>
          <p:nvPr/>
        </p:nvGrpSpPr>
        <p:grpSpPr>
          <a:xfrm>
            <a:off x="16896643" y="8292062"/>
            <a:ext cx="4112054" cy="667481"/>
            <a:chOff x="0" y="0"/>
            <a:chExt cx="2503650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15629A2-50EB-4BF3-3F7D-0FC0FA89812C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A5B8787-B561-0CB2-3A39-603AF3B0CCDB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8560C4D-A32D-59C3-F1C5-642444045392}"/>
              </a:ext>
            </a:extLst>
          </p:cNvPr>
          <p:cNvGrpSpPr/>
          <p:nvPr/>
        </p:nvGrpSpPr>
        <p:grpSpPr>
          <a:xfrm>
            <a:off x="13716000" y="9696325"/>
            <a:ext cx="7292697" cy="1105149"/>
            <a:chOff x="0" y="0"/>
            <a:chExt cx="2681766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6387CB4-A781-1764-0FE4-89DA71851873}"/>
                </a:ext>
              </a:extLst>
            </p:cNvPr>
            <p:cNvSpPr/>
            <p:nvPr/>
          </p:nvSpPr>
          <p:spPr>
            <a:xfrm>
              <a:off x="0" y="0"/>
              <a:ext cx="2681767" cy="406400"/>
            </a:xfrm>
            <a:custGeom>
              <a:avLst/>
              <a:gdLst/>
              <a:ahLst/>
              <a:cxnLst/>
              <a:rect l="l" t="t" r="r" b="b"/>
              <a:pathLst>
                <a:path w="2681767" h="406400">
                  <a:moveTo>
                    <a:pt x="2478567" y="0"/>
                  </a:moveTo>
                  <a:cubicBezTo>
                    <a:pt x="2590791" y="0"/>
                    <a:pt x="2681767" y="90976"/>
                    <a:pt x="2681767" y="203200"/>
                  </a:cubicBezTo>
                  <a:cubicBezTo>
                    <a:pt x="2681767" y="315424"/>
                    <a:pt x="2590791" y="406400"/>
                    <a:pt x="24785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4C3E2B2-7925-F1CD-D18F-B7BCB3BC65E1}"/>
                </a:ext>
              </a:extLst>
            </p:cNvPr>
            <p:cNvSpPr txBox="1"/>
            <p:nvPr/>
          </p:nvSpPr>
          <p:spPr>
            <a:xfrm>
              <a:off x="0" y="-38100"/>
              <a:ext cx="268176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436106C-F9E3-32B6-1111-9EC74B168FDF}"/>
              </a:ext>
            </a:extLst>
          </p:cNvPr>
          <p:cNvGrpSpPr/>
          <p:nvPr/>
        </p:nvGrpSpPr>
        <p:grpSpPr>
          <a:xfrm>
            <a:off x="6653462" y="403275"/>
            <a:ext cx="5084263" cy="1806698"/>
            <a:chOff x="0" y="0"/>
            <a:chExt cx="797916" cy="28354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359BC82-BA99-99A9-7F05-42268C340BFF}"/>
                </a:ext>
              </a:extLst>
            </p:cNvPr>
            <p:cNvSpPr/>
            <p:nvPr/>
          </p:nvSpPr>
          <p:spPr>
            <a:xfrm>
              <a:off x="0" y="0"/>
              <a:ext cx="797916" cy="283540"/>
            </a:xfrm>
            <a:custGeom>
              <a:avLst/>
              <a:gdLst/>
              <a:ahLst/>
              <a:cxnLst/>
              <a:rect l="l" t="t" r="r" b="b"/>
              <a:pathLst>
                <a:path w="797916" h="283540">
                  <a:moveTo>
                    <a:pt x="594716" y="0"/>
                  </a:moveTo>
                  <a:cubicBezTo>
                    <a:pt x="706940" y="0"/>
                    <a:pt x="797916" y="63473"/>
                    <a:pt x="797916" y="141770"/>
                  </a:cubicBezTo>
                  <a:cubicBezTo>
                    <a:pt x="797916" y="220068"/>
                    <a:pt x="706940" y="283540"/>
                    <a:pt x="594716" y="283540"/>
                  </a:cubicBezTo>
                  <a:lnTo>
                    <a:pt x="203200" y="283540"/>
                  </a:lnTo>
                  <a:cubicBezTo>
                    <a:pt x="90976" y="283540"/>
                    <a:pt x="0" y="220068"/>
                    <a:pt x="0" y="141770"/>
                  </a:cubicBezTo>
                  <a:cubicBezTo>
                    <a:pt x="0" y="6347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E701A81A-29E4-A90E-9A41-FA3E5A3B9F52}"/>
                </a:ext>
              </a:extLst>
            </p:cNvPr>
            <p:cNvSpPr txBox="1"/>
            <p:nvPr/>
          </p:nvSpPr>
          <p:spPr>
            <a:xfrm>
              <a:off x="0" y="-38100"/>
              <a:ext cx="797916" cy="321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70635595-C9A6-BFE1-D674-F4F3632632CD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dirty="0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BPMN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74D84E-AB3E-FA38-91FC-F6E24515EAD0}"/>
              </a:ext>
            </a:extLst>
          </p:cNvPr>
          <p:cNvSpPr txBox="1"/>
          <p:nvPr/>
        </p:nvSpPr>
        <p:spPr>
          <a:xfrm>
            <a:off x="356393" y="2477311"/>
            <a:ext cx="17678400" cy="99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AR" sz="2800" dirty="0">
                <a:solidFill>
                  <a:srgbClr val="542622"/>
                </a:solidFill>
                <a:latin typeface="Fredoka"/>
              </a:rPr>
              <a:t>SE AGREGA LA TAREA “GUARDAR HISTORIAL DE CONSULTA” </a:t>
            </a:r>
          </a:p>
          <a:p>
            <a:pPr algn="ctr">
              <a:spcAft>
                <a:spcPts val="800"/>
              </a:spcAft>
            </a:pPr>
            <a:r>
              <a:rPr lang="es-AR" sz="2800" dirty="0">
                <a:solidFill>
                  <a:srgbClr val="542622"/>
                </a:solidFill>
                <a:latin typeface="Fredoka"/>
              </a:rPr>
              <a:t>EN CADA UNO DE LOS SUB-PROCESOS</a:t>
            </a:r>
            <a:r>
              <a:rPr lang="es-AR" sz="2800" kern="100" dirty="0">
                <a:effectLst/>
                <a:latin typeface="Fredoka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s-AR" sz="2800" kern="100" dirty="0">
              <a:effectLst/>
              <a:latin typeface="Fredoka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Imagen 25" descr="Diagrama&#10;&#10;Descripción generada automáticamente">
            <a:extLst>
              <a:ext uri="{FF2B5EF4-FFF2-40B4-BE49-F238E27FC236}">
                <a16:creationId xmlns:a16="http://schemas.microsoft.com/office/drawing/2014/main" id="{8029596D-AE90-3722-136C-1FA3CA1A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93" y="4009429"/>
            <a:ext cx="17724734" cy="4554272"/>
          </a:xfrm>
          <a:prstGeom prst="rect">
            <a:avLst/>
          </a:prstGeom>
        </p:spPr>
      </p:pic>
      <p:sp>
        <p:nvSpPr>
          <p:cNvPr id="27" name="Elipse 26">
            <a:extLst>
              <a:ext uri="{FF2B5EF4-FFF2-40B4-BE49-F238E27FC236}">
                <a16:creationId xmlns:a16="http://schemas.microsoft.com/office/drawing/2014/main" id="{3C42C815-B462-1B75-0F32-080104FC7C60}"/>
              </a:ext>
            </a:extLst>
          </p:cNvPr>
          <p:cNvSpPr/>
          <p:nvPr/>
        </p:nvSpPr>
        <p:spPr>
          <a:xfrm>
            <a:off x="10668000" y="5412712"/>
            <a:ext cx="1828800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927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475B-E960-1292-CB08-273F3D36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861429-2F35-922F-8797-1D77077C8301}"/>
              </a:ext>
            </a:extLst>
          </p:cNvPr>
          <p:cNvGrpSpPr/>
          <p:nvPr/>
        </p:nvGrpSpPr>
        <p:grpSpPr>
          <a:xfrm>
            <a:off x="-866302" y="0"/>
            <a:ext cx="4147666" cy="1543050"/>
            <a:chOff x="0" y="0"/>
            <a:chExt cx="1092389" cy="40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877D6D-5312-AB69-B5FE-C610BB7B1CDE}"/>
                </a:ext>
              </a:extLst>
            </p:cNvPr>
            <p:cNvSpPr/>
            <p:nvPr/>
          </p:nvSpPr>
          <p:spPr>
            <a:xfrm>
              <a:off x="0" y="0"/>
              <a:ext cx="1092389" cy="406400"/>
            </a:xfrm>
            <a:custGeom>
              <a:avLst/>
              <a:gdLst/>
              <a:ahLst/>
              <a:cxnLst/>
              <a:rect l="l" t="t" r="r" b="b"/>
              <a:pathLst>
                <a:path w="1092389" h="406400">
                  <a:moveTo>
                    <a:pt x="889189" y="0"/>
                  </a:moveTo>
                  <a:cubicBezTo>
                    <a:pt x="1001414" y="0"/>
                    <a:pt x="1092389" y="90976"/>
                    <a:pt x="1092389" y="203200"/>
                  </a:cubicBezTo>
                  <a:cubicBezTo>
                    <a:pt x="1092389" y="315424"/>
                    <a:pt x="1001414" y="406400"/>
                    <a:pt x="889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2B10C08-D381-1576-92E5-A6519F568B1E}"/>
                </a:ext>
              </a:extLst>
            </p:cNvPr>
            <p:cNvSpPr txBox="1"/>
            <p:nvPr/>
          </p:nvSpPr>
          <p:spPr>
            <a:xfrm>
              <a:off x="0" y="-38100"/>
              <a:ext cx="10923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8A8F4A8-5B2B-E525-386B-58CA35050F25}"/>
              </a:ext>
            </a:extLst>
          </p:cNvPr>
          <p:cNvGrpSpPr/>
          <p:nvPr/>
        </p:nvGrpSpPr>
        <p:grpSpPr>
          <a:xfrm>
            <a:off x="-2718060" y="1209310"/>
            <a:ext cx="4112054" cy="667481"/>
            <a:chOff x="0" y="0"/>
            <a:chExt cx="2503650" cy="406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B07F5B-D97E-7DE7-38F0-97D1612BAC36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6F117D3-32F8-7B4E-5992-BA9E8BD29697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18D12F1-B0CD-A443-C9AF-735439824601}"/>
              </a:ext>
            </a:extLst>
          </p:cNvPr>
          <p:cNvGrpSpPr/>
          <p:nvPr/>
        </p:nvGrpSpPr>
        <p:grpSpPr>
          <a:xfrm>
            <a:off x="-2921613" y="-514599"/>
            <a:ext cx="7794074" cy="1105149"/>
            <a:chOff x="0" y="0"/>
            <a:chExt cx="2866139" cy="40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E95CD59-F087-038A-4D36-50FBCEC981E1}"/>
                </a:ext>
              </a:extLst>
            </p:cNvPr>
            <p:cNvSpPr/>
            <p:nvPr/>
          </p:nvSpPr>
          <p:spPr>
            <a:xfrm>
              <a:off x="0" y="0"/>
              <a:ext cx="2866139" cy="406400"/>
            </a:xfrm>
            <a:custGeom>
              <a:avLst/>
              <a:gdLst/>
              <a:ahLst/>
              <a:cxnLst/>
              <a:rect l="l" t="t" r="r" b="b"/>
              <a:pathLst>
                <a:path w="2866139" h="406400">
                  <a:moveTo>
                    <a:pt x="2662939" y="0"/>
                  </a:moveTo>
                  <a:cubicBezTo>
                    <a:pt x="2775164" y="0"/>
                    <a:pt x="2866139" y="90976"/>
                    <a:pt x="2866139" y="203200"/>
                  </a:cubicBezTo>
                  <a:cubicBezTo>
                    <a:pt x="2866139" y="315424"/>
                    <a:pt x="2775164" y="406400"/>
                    <a:pt x="26629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A63653A-F4BD-16F1-D25C-418D32C57865}"/>
                </a:ext>
              </a:extLst>
            </p:cNvPr>
            <p:cNvSpPr txBox="1"/>
            <p:nvPr/>
          </p:nvSpPr>
          <p:spPr>
            <a:xfrm>
              <a:off x="0" y="-38100"/>
              <a:ext cx="286613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F4AF6B1-A922-3691-05A7-AEC77D4030DC}"/>
              </a:ext>
            </a:extLst>
          </p:cNvPr>
          <p:cNvGrpSpPr/>
          <p:nvPr/>
        </p:nvGrpSpPr>
        <p:grpSpPr>
          <a:xfrm>
            <a:off x="15172319" y="8743950"/>
            <a:ext cx="3780351" cy="1543050"/>
            <a:chOff x="0" y="0"/>
            <a:chExt cx="995648" cy="4064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53CA149-3C9D-C53D-397D-26BD0B8EA10D}"/>
                </a:ext>
              </a:extLst>
            </p:cNvPr>
            <p:cNvSpPr/>
            <p:nvPr/>
          </p:nvSpPr>
          <p:spPr>
            <a:xfrm>
              <a:off x="0" y="0"/>
              <a:ext cx="995648" cy="406400"/>
            </a:xfrm>
            <a:custGeom>
              <a:avLst/>
              <a:gdLst/>
              <a:ahLst/>
              <a:cxnLst/>
              <a:rect l="l" t="t" r="r" b="b"/>
              <a:pathLst>
                <a:path w="995648" h="406400">
                  <a:moveTo>
                    <a:pt x="792448" y="0"/>
                  </a:moveTo>
                  <a:cubicBezTo>
                    <a:pt x="904672" y="0"/>
                    <a:pt x="995648" y="90976"/>
                    <a:pt x="995648" y="203200"/>
                  </a:cubicBezTo>
                  <a:cubicBezTo>
                    <a:pt x="995648" y="315424"/>
                    <a:pt x="904672" y="406400"/>
                    <a:pt x="79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746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137960C-01ED-DCB8-4601-66D0E840BAA0}"/>
                </a:ext>
              </a:extLst>
            </p:cNvPr>
            <p:cNvSpPr txBox="1"/>
            <p:nvPr/>
          </p:nvSpPr>
          <p:spPr>
            <a:xfrm>
              <a:off x="0" y="-38100"/>
              <a:ext cx="99564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DA3A0C8-44BC-1B0B-3A2C-863A72031AE9}"/>
              </a:ext>
            </a:extLst>
          </p:cNvPr>
          <p:cNvGrpSpPr/>
          <p:nvPr/>
        </p:nvGrpSpPr>
        <p:grpSpPr>
          <a:xfrm>
            <a:off x="16896643" y="8292062"/>
            <a:ext cx="4112054" cy="667481"/>
            <a:chOff x="0" y="0"/>
            <a:chExt cx="2503650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A5719B0-E506-A6DA-7724-7EF1D4DEDDAF}"/>
                </a:ext>
              </a:extLst>
            </p:cNvPr>
            <p:cNvSpPr/>
            <p:nvPr/>
          </p:nvSpPr>
          <p:spPr>
            <a:xfrm>
              <a:off x="0" y="0"/>
              <a:ext cx="2503650" cy="406400"/>
            </a:xfrm>
            <a:custGeom>
              <a:avLst/>
              <a:gdLst/>
              <a:ahLst/>
              <a:cxnLst/>
              <a:rect l="l" t="t" r="r" b="b"/>
              <a:pathLst>
                <a:path w="2503650" h="406400">
                  <a:moveTo>
                    <a:pt x="2300450" y="0"/>
                  </a:moveTo>
                  <a:cubicBezTo>
                    <a:pt x="2412674" y="0"/>
                    <a:pt x="2503650" y="90976"/>
                    <a:pt x="2503650" y="203200"/>
                  </a:cubicBezTo>
                  <a:cubicBezTo>
                    <a:pt x="2503650" y="315424"/>
                    <a:pt x="2412674" y="406400"/>
                    <a:pt x="23004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2FD96C1-7FAD-C39C-E7C8-1259E019D4A4}"/>
                </a:ext>
              </a:extLst>
            </p:cNvPr>
            <p:cNvSpPr txBox="1"/>
            <p:nvPr/>
          </p:nvSpPr>
          <p:spPr>
            <a:xfrm>
              <a:off x="0" y="-38100"/>
              <a:ext cx="2503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75F9E22-47FD-875D-7953-573E7FCAD5A8}"/>
              </a:ext>
            </a:extLst>
          </p:cNvPr>
          <p:cNvGrpSpPr/>
          <p:nvPr/>
        </p:nvGrpSpPr>
        <p:grpSpPr>
          <a:xfrm>
            <a:off x="13716000" y="9696325"/>
            <a:ext cx="7292697" cy="1105149"/>
            <a:chOff x="0" y="0"/>
            <a:chExt cx="2681766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1DB3FFF-E8BE-4D06-9A7D-F4E5BED08E5D}"/>
                </a:ext>
              </a:extLst>
            </p:cNvPr>
            <p:cNvSpPr/>
            <p:nvPr/>
          </p:nvSpPr>
          <p:spPr>
            <a:xfrm>
              <a:off x="0" y="0"/>
              <a:ext cx="2681767" cy="406400"/>
            </a:xfrm>
            <a:custGeom>
              <a:avLst/>
              <a:gdLst/>
              <a:ahLst/>
              <a:cxnLst/>
              <a:rect l="l" t="t" r="r" b="b"/>
              <a:pathLst>
                <a:path w="2681767" h="406400">
                  <a:moveTo>
                    <a:pt x="2478567" y="0"/>
                  </a:moveTo>
                  <a:cubicBezTo>
                    <a:pt x="2590791" y="0"/>
                    <a:pt x="2681767" y="90976"/>
                    <a:pt x="2681767" y="203200"/>
                  </a:cubicBezTo>
                  <a:cubicBezTo>
                    <a:pt x="2681767" y="315424"/>
                    <a:pt x="2590791" y="406400"/>
                    <a:pt x="24785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21A0114-C396-6B3F-FA3C-0A434D113FB8}"/>
                </a:ext>
              </a:extLst>
            </p:cNvPr>
            <p:cNvSpPr txBox="1"/>
            <p:nvPr/>
          </p:nvSpPr>
          <p:spPr>
            <a:xfrm>
              <a:off x="0" y="-38100"/>
              <a:ext cx="268176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7460482A-E45A-FED4-0C29-9B3153779EC7}"/>
              </a:ext>
            </a:extLst>
          </p:cNvPr>
          <p:cNvGrpSpPr/>
          <p:nvPr/>
        </p:nvGrpSpPr>
        <p:grpSpPr>
          <a:xfrm>
            <a:off x="6653462" y="403275"/>
            <a:ext cx="5084263" cy="1806698"/>
            <a:chOff x="0" y="0"/>
            <a:chExt cx="797916" cy="28354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B13E03A-DB74-CF25-FF04-CD0AFDB84955}"/>
                </a:ext>
              </a:extLst>
            </p:cNvPr>
            <p:cNvSpPr/>
            <p:nvPr/>
          </p:nvSpPr>
          <p:spPr>
            <a:xfrm>
              <a:off x="0" y="0"/>
              <a:ext cx="797916" cy="283540"/>
            </a:xfrm>
            <a:custGeom>
              <a:avLst/>
              <a:gdLst/>
              <a:ahLst/>
              <a:cxnLst/>
              <a:rect l="l" t="t" r="r" b="b"/>
              <a:pathLst>
                <a:path w="797916" h="283540">
                  <a:moveTo>
                    <a:pt x="594716" y="0"/>
                  </a:moveTo>
                  <a:cubicBezTo>
                    <a:pt x="706940" y="0"/>
                    <a:pt x="797916" y="63473"/>
                    <a:pt x="797916" y="141770"/>
                  </a:cubicBezTo>
                  <a:cubicBezTo>
                    <a:pt x="797916" y="220068"/>
                    <a:pt x="706940" y="283540"/>
                    <a:pt x="594716" y="283540"/>
                  </a:cubicBezTo>
                  <a:lnTo>
                    <a:pt x="203200" y="283540"/>
                  </a:lnTo>
                  <a:cubicBezTo>
                    <a:pt x="90976" y="283540"/>
                    <a:pt x="0" y="220068"/>
                    <a:pt x="0" y="141770"/>
                  </a:cubicBezTo>
                  <a:cubicBezTo>
                    <a:pt x="0" y="6347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DA9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6969259-A5CF-5C52-87BC-19970DAB99E0}"/>
                </a:ext>
              </a:extLst>
            </p:cNvPr>
            <p:cNvSpPr txBox="1"/>
            <p:nvPr/>
          </p:nvSpPr>
          <p:spPr>
            <a:xfrm>
              <a:off x="0" y="-38100"/>
              <a:ext cx="797916" cy="321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2CDB520B-D356-D1AA-F0C6-9B7FAEC800D8}"/>
              </a:ext>
            </a:extLst>
          </p:cNvPr>
          <p:cNvSpPr txBox="1"/>
          <p:nvPr/>
        </p:nvSpPr>
        <p:spPr>
          <a:xfrm>
            <a:off x="1028700" y="446421"/>
            <a:ext cx="16230600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dirty="0">
                <a:solidFill>
                  <a:srgbClr val="542622"/>
                </a:solidFill>
                <a:latin typeface="Fredoka"/>
                <a:ea typeface="Fredoka"/>
                <a:cs typeface="Fredoka"/>
                <a:sym typeface="Fredoka"/>
              </a:rPr>
              <a:t>BPMN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17A490-4312-2E8B-F740-61BDB9EAFC12}"/>
              </a:ext>
            </a:extLst>
          </p:cNvPr>
          <p:cNvSpPr txBox="1"/>
          <p:nvPr/>
        </p:nvSpPr>
        <p:spPr>
          <a:xfrm>
            <a:off x="356393" y="2477311"/>
            <a:ext cx="17678400" cy="99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lang="es-AR" sz="2800" dirty="0">
                <a:solidFill>
                  <a:srgbClr val="542622"/>
                </a:solidFill>
                <a:latin typeface="Fredoka"/>
              </a:rPr>
              <a:t>SE AGREGA LA TAREA “GUARDAR HISTORIAL DE CONSULTA” </a:t>
            </a:r>
          </a:p>
          <a:p>
            <a:pPr algn="ctr">
              <a:spcAft>
                <a:spcPts val="800"/>
              </a:spcAft>
            </a:pPr>
            <a:r>
              <a:rPr lang="es-AR" sz="2800" dirty="0">
                <a:solidFill>
                  <a:srgbClr val="542622"/>
                </a:solidFill>
                <a:latin typeface="Fredoka"/>
              </a:rPr>
              <a:t>EN CADA UNO DE LOS SUB-PROCESOS</a:t>
            </a:r>
            <a:r>
              <a:rPr lang="es-AR" sz="2800" kern="100" dirty="0">
                <a:effectLst/>
                <a:latin typeface="Fredoka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s-AR" sz="2800" kern="100" dirty="0">
              <a:effectLst/>
              <a:latin typeface="Fredoka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Imagen 24" descr="Diagrama&#10;&#10;Descripción generada automáticamente">
            <a:extLst>
              <a:ext uri="{FF2B5EF4-FFF2-40B4-BE49-F238E27FC236}">
                <a16:creationId xmlns:a16="http://schemas.microsoft.com/office/drawing/2014/main" id="{A898C71B-90D9-6AEB-7C53-D102E7F5B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189034"/>
            <a:ext cx="17985716" cy="4040442"/>
          </a:xfrm>
          <a:prstGeom prst="rect">
            <a:avLst/>
          </a:prstGeom>
        </p:spPr>
      </p:pic>
      <p:sp>
        <p:nvSpPr>
          <p:cNvPr id="27" name="Elipse 26">
            <a:extLst>
              <a:ext uri="{FF2B5EF4-FFF2-40B4-BE49-F238E27FC236}">
                <a16:creationId xmlns:a16="http://schemas.microsoft.com/office/drawing/2014/main" id="{4A53A4D5-CAD9-6ADA-EC76-5E225F49E5A5}"/>
              </a:ext>
            </a:extLst>
          </p:cNvPr>
          <p:cNvSpPr/>
          <p:nvPr/>
        </p:nvSpPr>
        <p:spPr>
          <a:xfrm>
            <a:off x="6781800" y="5143501"/>
            <a:ext cx="1219200" cy="990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029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</Words>
  <Application>Microsoft Office PowerPoint</Application>
  <PresentationFormat>Personalizado</PresentationFormat>
  <Paragraphs>33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Fredoka</vt:lpstr>
      <vt:lpstr>Arial</vt:lpstr>
      <vt:lpstr>Calibri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para Proyectos Simple Rojo y Naranja</dc:title>
  <cp:lastModifiedBy>martinamolina987@gmail.com</cp:lastModifiedBy>
  <cp:revision>3</cp:revision>
  <dcterms:created xsi:type="dcterms:W3CDTF">2006-08-16T00:00:00Z</dcterms:created>
  <dcterms:modified xsi:type="dcterms:W3CDTF">2024-10-30T23:48:21Z</dcterms:modified>
  <dc:identifier>DAGUhylnUWg</dc:identifier>
</cp:coreProperties>
</file>